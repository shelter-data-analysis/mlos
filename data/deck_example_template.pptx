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4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163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ECB3"/>
                </a:solidFill>
              </a:defRPr>
            </a:pPr>
            <a:r>
              <a:rPr sz="2800" dirty="0"/>
              <a:t>🐶 🐱</a:t>
            </a:r>
            <a:r>
              <a:rPr lang="en-US" sz="2800" dirty="0"/>
              <a:t>🐰🪿</a:t>
            </a:r>
            <a:r>
              <a:rPr sz="2800" dirty="0"/>
              <a:t> </a:t>
            </a:r>
            <a:r>
              <a:rPr lang="en-US" sz="2800" dirty="0"/>
              <a:t>Working to make our shelter better!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8719457" y="6368683"/>
            <a:ext cx="33568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sz="1600" dirty="0"/>
              <a:t>Looking at our shelter data with mLOS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Mavrovouniotis</cp:lastModifiedBy>
  <cp:revision>2</cp:revision>
  <dcterms:created xsi:type="dcterms:W3CDTF">2013-01-27T09:14:16Z</dcterms:created>
  <dcterms:modified xsi:type="dcterms:W3CDTF">2026-09-04T19:06:05Z</dcterms:modified>
  <cp:category/>
</cp:coreProperties>
</file>